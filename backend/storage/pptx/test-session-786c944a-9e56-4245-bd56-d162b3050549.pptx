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test-session-786c944a-9e56-4245-bd56-d162b3050549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