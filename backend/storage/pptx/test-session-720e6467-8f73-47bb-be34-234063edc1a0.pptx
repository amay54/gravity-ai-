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test-session-720e6467-8f73-47bb-be34-234063edc1a0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