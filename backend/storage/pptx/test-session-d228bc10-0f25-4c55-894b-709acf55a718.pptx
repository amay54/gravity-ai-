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test-session-d228bc10-0f25-4c55-894b-709acf55a718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