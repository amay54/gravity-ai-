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test-session-92491eda-d4b6-48b3-b538-90729fbc43f8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