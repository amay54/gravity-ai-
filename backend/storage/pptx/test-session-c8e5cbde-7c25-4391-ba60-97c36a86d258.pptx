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Corporate Research Dossier:</a:t>
            </a:r>
          </a:p>
          <a:p>
            <a:r>
              <a:rPr>
                <a:solidFill>
                  <a:srgbClr val="4F46E5"/>
                </a:solidFill>
                <a:latin typeface="Helvetica"/>
              </a:rPr>
              <a:t>Stripe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Compiled autonomously via GravityAI Multi-Agent System.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Session ID: test-session-c8e5cbde-7c25-4391-ba60-97c36a86d258 | Version: v1 | Date: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Executive Summary &amp; Quality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Overview:</a:t>
            </a:r>
          </a:p>
          <a:p>
            <a:pPr lvl="1"/>
            <a:r>
              <a:t>• Description: Stripe is a financial infrastructure platform....</a:t>
            </a:r>
          </a:p>
          <a:p>
            <a:pPr lvl="1"/>
            <a:r>
              <a:t>• Overall Research Quality: 90%</a:t>
            </a:r>
          </a:p>
          <a:p>
            <a:pPr lvl="1"/>
            <a:r>
              <a:t>• Overall Confidence rating: 0%</a:t>
            </a:r>
          </a:p>
          <a:p>
            <a:pPr lvl="1"/>
            <a:r>
              <a:t>• Source coverage: 0 Official | 0 Public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Company Profile &amp; Sitemap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 for Stripe:</a:t>
            </a:r>
          </a:p>
          <a:p>
            <a:pPr lvl="1"/>
            <a:r>
              <a:t>• HQ Location: South San Francisco, CA</a:t>
            </a:r>
          </a:p>
          <a:p>
            <a:pPr lvl="1"/>
            <a:r>
              <a:t>• Founded Year: 2010</a:t>
            </a:r>
          </a:p>
          <a:p>
            <a:pPr lvl="1"/>
            <a:r>
              <a:t>• Key Leadership: Patrick Collison</a:t>
            </a:r>
          </a:p>
          <a:p>
            <a:pPr lvl="1"/>
            <a:r>
              <a:t>• Sitemap crawled: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Business Model &amp;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business model parameters:</a:t>
            </a:r>
          </a:p>
          <a:p>
            <a:pPr lvl="1"/>
            <a:r>
              <a:t>• Pricing Model: Not Available</a:t>
            </a:r>
          </a:p>
          <a:p>
            <a:pPr lvl="1"/>
            <a:r>
              <a:t>• Revenue Streams: []</a:t>
            </a:r>
          </a:p>
          <a:p>
            <a:pPr lvl="1"/>
            <a:r>
              <a:t>• Customer Segments: []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Financial Highlights &amp;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Corporate Valuation: $70 Billion</a:t>
            </a:r>
          </a:p>
          <a:p>
            <a:pPr>
              <a:spcBef>
                <a:spcPts val="1200"/>
              </a:spcBef>
            </a:pPr>
            <a:r>
              <a:t>Revenue Trends: ['Growing steadily']</a:t>
            </a:r>
          </a:p>
          <a:p>
            <a:pPr>
              <a:spcBef>
                <a:spcPts val="1200"/>
              </a:spcBef>
            </a:pPr>
            <a:r>
              <a:t>Funding: ['Series I']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Technology Stack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technologies:</a:t>
            </a:r>
          </a:p>
          <a:p>
            <a:pPr lvl="1"/>
            <a:r>
              <a:t>• Frontend: ['React']</a:t>
            </a:r>
          </a:p>
          <a:p>
            <a:pPr lvl="1"/>
            <a:r>
              <a:t>• Backend &amp; Servers: ['Ruby']</a:t>
            </a:r>
          </a:p>
          <a:p>
            <a:pPr lvl="1"/>
            <a:r>
              <a:t>• Cloud Providers: []</a:t>
            </a:r>
          </a:p>
          <a:p>
            <a:pPr lvl="1"/>
            <a:r>
              <a:t>• Databases: ['PostgreSQL']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Hiring Trajectory &amp; Open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Hiring Velocity: High</a:t>
            </a:r>
          </a:p>
          <a:p>
            <a:pPr>
              <a:spcBef>
                <a:spcPts val="1200"/>
              </a:spcBef>
            </a:pPr>
            <a:r>
              <a:t>Open Roles: ['120']</a:t>
            </a:r>
          </a:p>
          <a:p>
            <a:pPr>
              <a:spcBef>
                <a:spcPts val="1200"/>
              </a:spcBef>
            </a:pPr>
            <a:r>
              <a:t>Growing Areas: ['Engineering']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Competitor Landscape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Positioning: Leader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13716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Advantages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Adyen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acquiring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global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Patent Filings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Patent Count: None</a:t>
            </a:r>
          </a:p>
          <a:p>
            <a:pPr>
              <a:spcBef>
                <a:spcPts val="1200"/>
              </a:spcBef>
            </a:pPr>
            <a:r>
              <a:t>Filing Trend: []</a:t>
            </a:r>
          </a:p>
          <a:p>
            <a:pPr>
              <a:spcBef>
                <a:spcPts val="1200"/>
              </a:spcBef>
            </a:pPr>
            <a:r>
              <a:t>Themes: []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SWOT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SWOT Highlights:</a:t>
            </a:r>
          </a:p>
          <a:p>
            <a:pPr lvl="1"/>
            <a:r>
              <a:t>• Strengths: infrastructure</a:t>
            </a:r>
          </a:p>
          <a:p>
            <a:pPr lvl="1"/>
            <a:r>
              <a:t>• Weaknesses: fee margins</a:t>
            </a:r>
          </a:p>
          <a:p>
            <a:pPr lvl="1"/>
            <a:r>
              <a:t>• Opportunities: APAC market</a:t>
            </a:r>
          </a:p>
          <a:p>
            <a:pPr lvl="1"/>
            <a:r>
              <a:t>• Threats: competitor pricing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corporate guidance items:</a:t>
            </a:r>
          </a:p>
          <a:p>
            <a:pPr lvl="1"/>
            <a:r>
              <a:t>• Recommendation 1: Target APAC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GravityAI Enterprise Research Operating System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For inquiries contact research@gravityai.com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