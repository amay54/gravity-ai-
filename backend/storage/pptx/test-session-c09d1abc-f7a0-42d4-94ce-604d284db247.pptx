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TestCompany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test-session-c09d1abc-f7a0-42d4-94ce-604d284db247 | Version: v2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Not Available...</a:t>
            </a:r>
          </a:p>
          <a:p>
            <a:pPr lvl="1"/>
            <a:r>
              <a:t>• Overall Research Quality: 36%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TestCompany:</a:t>
            </a:r>
          </a:p>
          <a:p>
            <a:pPr lvl="1"/>
            <a:r>
              <a:t>• HQ Location: Not Available</a:t>
            </a:r>
          </a:p>
          <a:p>
            <a:pPr lvl="1"/>
            <a:r>
              <a:t>• Founded Year: None</a:t>
            </a:r>
          </a:p>
          <a:p>
            <a:pPr lvl="1"/>
            <a:r>
              <a:t>• Key Leadership: 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Not Available</a:t>
            </a:r>
          </a:p>
          <a:p>
            <a:pPr>
              <a:spcBef>
                <a:spcPts val="1200"/>
              </a:spcBef>
            </a:pPr>
            <a:r>
              <a:t>Revenue Trends: []</a:t>
            </a:r>
          </a:p>
          <a:p>
            <a:pPr>
              <a:spcBef>
                <a:spcPts val="1200"/>
              </a:spcBef>
            </a:pPr>
            <a:r>
              <a:t>Funding: []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[]</a:t>
            </a:r>
          </a:p>
          <a:p>
            <a:pPr lvl="1"/>
            <a:r>
              <a:t>• Backend &amp; Servers: []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Not Available</a:t>
            </a:r>
          </a:p>
          <a:p>
            <a:pPr>
              <a:spcBef>
                <a:spcPts val="1200"/>
              </a:spcBef>
            </a:pPr>
            <a:r>
              <a:t>Open Roles: []</a:t>
            </a:r>
          </a:p>
          <a:p>
            <a:pPr>
              <a:spcBef>
                <a:spcPts val="1200"/>
              </a:spcBef>
            </a:pPr>
            <a:r>
              <a:t>Growing Areas: []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27432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Good marketing</a:t>
            </a:r>
          </a:p>
          <a:p>
            <a:pPr lvl="1"/>
            <a:r>
              <a:t>• Weaknesses: </a:t>
            </a:r>
          </a:p>
          <a:p>
            <a:pPr lvl="1"/>
            <a:r>
              <a:t>• Opportunities: </a:t>
            </a:r>
          </a:p>
          <a:p>
            <a:pPr lvl="1"/>
            <a:r>
              <a:t>• Threats: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Keep testing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