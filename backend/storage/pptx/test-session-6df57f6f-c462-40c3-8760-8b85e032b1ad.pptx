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test-session-6df57f6f-c462-40c3-8760-8b85e032b1ad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