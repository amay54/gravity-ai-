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Stripe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test-session-5d130540-6c50-470f-8ccc-99f6d493518b | Version: v1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Stripe is a financial infrastructure platform....</a:t>
            </a:r>
          </a:p>
          <a:p>
            <a:pPr lvl="1"/>
            <a:r>
              <a:t>• Overall Research Quality: 90%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Stripe:</a:t>
            </a:r>
          </a:p>
          <a:p>
            <a:pPr lvl="1"/>
            <a:r>
              <a:t>• HQ Location: South San Francisco, CA</a:t>
            </a:r>
          </a:p>
          <a:p>
            <a:pPr lvl="1"/>
            <a:r>
              <a:t>• Founded Year: 2010</a:t>
            </a:r>
          </a:p>
          <a:p>
            <a:pPr lvl="1"/>
            <a:r>
              <a:t>• Key Leadership: Patrick Collison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$70 Billion</a:t>
            </a:r>
          </a:p>
          <a:p>
            <a:pPr>
              <a:spcBef>
                <a:spcPts val="1200"/>
              </a:spcBef>
            </a:pPr>
            <a:r>
              <a:t>Revenue Trends: ['Growing steadily']</a:t>
            </a:r>
          </a:p>
          <a:p>
            <a:pPr>
              <a:spcBef>
                <a:spcPts val="1200"/>
              </a:spcBef>
            </a:pPr>
            <a:r>
              <a:t>Funding: ['Series I']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['React']</a:t>
            </a:r>
          </a:p>
          <a:p>
            <a:pPr lvl="1"/>
            <a:r>
              <a:t>• Backend &amp; Servers: ['Ruby']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['PostgreSQL']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High</a:t>
            </a:r>
          </a:p>
          <a:p>
            <a:pPr>
              <a:spcBef>
                <a:spcPts val="1200"/>
              </a:spcBef>
            </a:pPr>
            <a:r>
              <a:t>Open Roles: ['120']</a:t>
            </a:r>
          </a:p>
          <a:p>
            <a:pPr>
              <a:spcBef>
                <a:spcPts val="1200"/>
              </a:spcBef>
            </a:pPr>
            <a:r>
              <a:t>Growing Areas: ['Engineering']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13716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Adyen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acquiring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infrastructure</a:t>
            </a:r>
          </a:p>
          <a:p>
            <a:pPr lvl="1"/>
            <a:r>
              <a:t>• Weaknesses: fee margins</a:t>
            </a:r>
          </a:p>
          <a:p>
            <a:pPr lvl="1"/>
            <a:r>
              <a:t>• Opportunities: APAC market</a:t>
            </a:r>
          </a:p>
          <a:p>
            <a:pPr lvl="1"/>
            <a:r>
              <a:t>• Threats: competitor 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Target APAC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