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Corporate Research Dossier:</a:t>
            </a:r>
          </a:p>
          <a:p>
            <a:r>
              <a:rPr>
                <a:solidFill>
                  <a:srgbClr val="4F46E5"/>
                </a:solidFill>
                <a:latin typeface="Helvetica"/>
              </a:rPr>
              <a:t>TestCompany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7C3AED"/>
                </a:solidFill>
                <a:latin typeface="Helvetica"/>
              </a:rPr>
              <a:t>Compiled autonomously via GravityAI Multi-Agent System.</a:t>
            </a:r>
          </a:p>
          <a:p>
            <a:r>
              <a:rPr>
                <a:solidFill>
                  <a:srgbClr val="7C3AED"/>
                </a:solidFill>
                <a:latin typeface="Helvetica"/>
              </a:rPr>
              <a:t>Session ID: test-session-89b42a85-fb47-4c00-b152-380b609c62a3 | Version: v2 | Date: 2026-07-10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Executive Summary &amp; Quality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Findings Overview:</a:t>
            </a:r>
          </a:p>
          <a:p>
            <a:pPr lvl="1"/>
            <a:r>
              <a:t>• Description: Not Available...</a:t>
            </a:r>
          </a:p>
          <a:p>
            <a:pPr lvl="1"/>
            <a:r>
              <a:t>• Overall Research Quality: 36%</a:t>
            </a:r>
          </a:p>
          <a:p>
            <a:pPr lvl="1"/>
            <a:r>
              <a:t>• Overall Confidence rating: 0%</a:t>
            </a:r>
          </a:p>
          <a:p>
            <a:pPr lvl="1"/>
            <a:r>
              <a:t>• Source coverage: 0 Official | 0 Public Sources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Company Profile &amp; Sitemap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Company Overview for TestCompany:</a:t>
            </a:r>
          </a:p>
          <a:p>
            <a:pPr lvl="1"/>
            <a:r>
              <a:t>• HQ Location: Not Available</a:t>
            </a:r>
          </a:p>
          <a:p>
            <a:pPr lvl="1"/>
            <a:r>
              <a:t>• Founded Year: None</a:t>
            </a:r>
          </a:p>
          <a:p>
            <a:pPr lvl="1"/>
            <a:r>
              <a:t>• Key Leadership: </a:t>
            </a:r>
          </a:p>
          <a:p>
            <a:pPr lvl="1"/>
            <a:r>
              <a:t>• Sitemap crawled: No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Business Model &amp; Segments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Strategic business model parameters:</a:t>
            </a:r>
          </a:p>
          <a:p>
            <a:pPr lvl="1"/>
            <a:r>
              <a:t>• Pricing Model: Not Available</a:t>
            </a:r>
          </a:p>
          <a:p>
            <a:pPr lvl="1"/>
            <a:r>
              <a:t>• Revenue Streams: []</a:t>
            </a:r>
          </a:p>
          <a:p>
            <a:pPr lvl="1"/>
            <a:r>
              <a:t>• Customer Segments: []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Financial Highlights &amp; Revenue Growth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Corporate Valuation: Not Available</a:t>
            </a:r>
          </a:p>
          <a:p>
            <a:pPr>
              <a:spcBef>
                <a:spcPts val="1200"/>
              </a:spcBef>
            </a:pPr>
            <a:r>
              <a:t>Revenue Trends: []</a:t>
            </a:r>
          </a:p>
          <a:p>
            <a:pPr>
              <a:spcBef>
                <a:spcPts val="1200"/>
              </a:spcBef>
            </a:pPr>
            <a:r>
              <a:t>Funding: []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Technology Stack Profile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Identified technologies:</a:t>
            </a:r>
          </a:p>
          <a:p>
            <a:pPr lvl="1"/>
            <a:r>
              <a:t>• Frontend: []</a:t>
            </a:r>
          </a:p>
          <a:p>
            <a:pPr lvl="1"/>
            <a:r>
              <a:t>• Backend &amp; Servers: []</a:t>
            </a:r>
          </a:p>
          <a:p>
            <a:pPr lvl="1"/>
            <a:r>
              <a:t>• Cloud Providers: []</a:t>
            </a:r>
          </a:p>
          <a:p>
            <a:pPr lvl="1"/>
            <a:r>
              <a:t>• Databases: []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Hiring Trajectory &amp; Open Positions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Hiring Velocity: Not Available</a:t>
            </a:r>
          </a:p>
          <a:p>
            <a:pPr>
              <a:spcBef>
                <a:spcPts val="1200"/>
              </a:spcBef>
            </a:pPr>
            <a:r>
              <a:t>Open Roles: []</a:t>
            </a:r>
          </a:p>
          <a:p>
            <a:pPr>
              <a:spcBef>
                <a:spcPts val="1200"/>
              </a:spcBef>
            </a:pPr>
            <a:r>
              <a:t>Growing Areas: []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</a:rPr>
              <a:t>Competitor Landscape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Positioning: Leader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01168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4114800"/>
              </a:tblGrid>
              <a:tr h="2743200">
                <a:tc>
                  <a:txBody>
                    <a:bodyPr/>
                    <a:lstStyle/>
                    <a:p>
                      <a:r>
                        <a:t>Competitor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Market Share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Advantages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</a:rPr>
              <a:t>Patent Filings &amp;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Patent Count: None</a:t>
            </a:r>
          </a:p>
          <a:p>
            <a:pPr>
              <a:spcBef>
                <a:spcPts val="1200"/>
              </a:spcBef>
            </a:pPr>
            <a:r>
              <a:t>Filing Trend: []</a:t>
            </a:r>
          </a:p>
          <a:p>
            <a:pPr>
              <a:spcBef>
                <a:spcPts val="1200"/>
              </a:spcBef>
            </a:pPr>
            <a:r>
              <a:t>Themes: []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SWOT Matrix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SWOT Highlights:</a:t>
            </a:r>
          </a:p>
          <a:p>
            <a:pPr lvl="1"/>
            <a:r>
              <a:t>• Strengths: Good marketing</a:t>
            </a:r>
          </a:p>
          <a:p>
            <a:pPr lvl="1"/>
            <a:r>
              <a:t>• Weaknesses: </a:t>
            </a:r>
          </a:p>
          <a:p>
            <a:pPr lvl="1"/>
            <a:r>
              <a:t>• Opportunities: </a:t>
            </a:r>
          </a:p>
          <a:p>
            <a:pPr lvl="1"/>
            <a:r>
              <a:t>• Threats: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Actionable corporate guidance items:</a:t>
            </a:r>
          </a:p>
          <a:p>
            <a:pPr lvl="1"/>
            <a:r>
              <a:t>• Recommendation 1: Keep testing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7C3AED"/>
                </a:solidFill>
                <a:latin typeface="Helvetica"/>
              </a:rPr>
              <a:t>GravityAI Enterprise Research Operating System</a:t>
            </a:r>
          </a:p>
          <a:p>
            <a:r>
              <a:rPr>
                <a:solidFill>
                  <a:srgbClr val="7C3AED"/>
                </a:solidFill>
                <a:latin typeface="Helvetica"/>
              </a:rPr>
              <a:t>For inquiries contact research@gravityai.com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