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test-session-e2703932-99ab-439f-a1d3-31e9c9bae8da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